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67" r:id="rId4"/>
    <p:sldId id="265" r:id="rId5"/>
    <p:sldId id="266" r:id="rId6"/>
    <p:sldId id="264" r:id="rId7"/>
    <p:sldId id="263" r:id="rId8"/>
    <p:sldId id="261" r:id="rId9"/>
    <p:sldId id="262" r:id="rId10"/>
    <p:sldId id="257" r:id="rId11"/>
    <p:sldId id="258" r:id="rId12"/>
    <p:sldId id="259" r:id="rId13"/>
    <p:sldId id="260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8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5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4605" y="3381287"/>
            <a:ext cx="4629796" cy="294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969" y="267181"/>
            <a:ext cx="3448531" cy="30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438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967" y="230838"/>
            <a:ext cx="6973273" cy="371526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558" y="3294244"/>
            <a:ext cx="6973273" cy="291505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7916" y="1571366"/>
            <a:ext cx="7116168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913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75" y="246068"/>
            <a:ext cx="7201905" cy="79068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73" y="1179285"/>
            <a:ext cx="6744641" cy="480127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1524" y="246068"/>
            <a:ext cx="6077798" cy="218152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417" y="2019103"/>
            <a:ext cx="5849166" cy="2819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305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62" y="338928"/>
            <a:ext cx="6868484" cy="458216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5079" y="338928"/>
            <a:ext cx="2686425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33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3" y="293630"/>
            <a:ext cx="7001852" cy="369621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022" y="656838"/>
            <a:ext cx="5591955" cy="554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977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793" y="311328"/>
            <a:ext cx="5944430" cy="252447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27" y="3097193"/>
            <a:ext cx="5849166" cy="2705478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5050" y="454222"/>
            <a:ext cx="5839640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4930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31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043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80" y="385493"/>
            <a:ext cx="7268589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0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5" y="419195"/>
            <a:ext cx="3086531" cy="196051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05" y="2630478"/>
            <a:ext cx="7182852" cy="117173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895" y="251531"/>
            <a:ext cx="4212543" cy="13775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05" y="4332329"/>
            <a:ext cx="3801005" cy="186335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1177" y="4220871"/>
            <a:ext cx="4183964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74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00" y="165653"/>
            <a:ext cx="3663826" cy="212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5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10700</TotalTime>
  <Words>2</Words>
  <Application>Microsoft Office PowerPoint</Application>
  <PresentationFormat>와이드스크린</PresentationFormat>
  <Paragraphs>2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244</cp:revision>
  <dcterms:created xsi:type="dcterms:W3CDTF">2025-09-23T04:54:35Z</dcterms:created>
  <dcterms:modified xsi:type="dcterms:W3CDTF">2026-01-20T07:59:30Z</dcterms:modified>
</cp:coreProperties>
</file>