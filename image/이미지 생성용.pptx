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69" r:id="rId4"/>
    <p:sldId id="267" r:id="rId5"/>
    <p:sldId id="265" r:id="rId6"/>
    <p:sldId id="266" r:id="rId7"/>
    <p:sldId id="264" r:id="rId8"/>
    <p:sldId id="263" r:id="rId9"/>
    <p:sldId id="261" r:id="rId10"/>
    <p:sldId id="262" r:id="rId11"/>
    <p:sldId id="257" r:id="rId12"/>
    <p:sldId id="258" r:id="rId13"/>
    <p:sldId id="259" r:id="rId14"/>
    <p:sldId id="260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4605" y="3381287"/>
            <a:ext cx="4629796" cy="294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969" y="267181"/>
            <a:ext cx="3448531" cy="3038899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559598B3-61CB-4487-AD7E-17C8113D2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6334" y="267181"/>
            <a:ext cx="5534797" cy="371526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4736E57-56FD-4EAE-9E4C-C2ACE7377F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459" y="3551921"/>
            <a:ext cx="6973273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438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02290F7B-2E0E-4105-8B91-BA3EB9A13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68" y="173402"/>
            <a:ext cx="5534797" cy="236253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928C752-B48F-4831-BCA9-E816D9BB2F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982" y="173402"/>
            <a:ext cx="5391902" cy="373432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FF215EE-59DB-46F9-BD12-DA759A22F3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500" y="2607532"/>
            <a:ext cx="5782482" cy="289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48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967" y="230838"/>
            <a:ext cx="6973273" cy="371526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558" y="3294244"/>
            <a:ext cx="6973273" cy="291505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7916" y="1571366"/>
            <a:ext cx="7116168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913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75" y="246068"/>
            <a:ext cx="7201905" cy="79068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73" y="1179285"/>
            <a:ext cx="6744641" cy="480127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1524" y="246068"/>
            <a:ext cx="6077798" cy="218152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417" y="2019103"/>
            <a:ext cx="5849166" cy="2819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3053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62" y="338928"/>
            <a:ext cx="6868484" cy="458216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5079" y="338928"/>
            <a:ext cx="2686425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33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3" y="293630"/>
            <a:ext cx="7001852" cy="369621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022" y="656838"/>
            <a:ext cx="5591955" cy="554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77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793" y="311328"/>
            <a:ext cx="5944430" cy="252447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27" y="3097193"/>
            <a:ext cx="5849166" cy="2705478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5050" y="454222"/>
            <a:ext cx="5839640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493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317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43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5" y="419195"/>
            <a:ext cx="3086531" cy="196051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05" y="2630478"/>
            <a:ext cx="7182852" cy="117173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895" y="251531"/>
            <a:ext cx="4212543" cy="1377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05" y="4332329"/>
            <a:ext cx="3801005" cy="186335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1177" y="4220871"/>
            <a:ext cx="4183964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74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00" y="165653"/>
            <a:ext cx="3663826" cy="212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10811</TotalTime>
  <Words>18</Words>
  <Application>Microsoft Office PowerPoint</Application>
  <PresentationFormat>와이드스크린</PresentationFormat>
  <Paragraphs>2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주영 박</cp:lastModifiedBy>
  <cp:revision>249</cp:revision>
  <dcterms:created xsi:type="dcterms:W3CDTF">2025-09-23T04:54:35Z</dcterms:created>
  <dcterms:modified xsi:type="dcterms:W3CDTF">2026-02-02T07:24:18Z</dcterms:modified>
</cp:coreProperties>
</file>