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>
        <p:scale>
          <a:sx n="100" d="100"/>
          <a:sy n="100" d="100"/>
        </p:scale>
        <p:origin x="7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6711</TotalTime>
  <Words>0</Words>
  <Application>Microsoft Office PowerPoint</Application>
  <PresentationFormat>와이드스크린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210</cp:revision>
  <dcterms:created xsi:type="dcterms:W3CDTF">2025-09-23T04:54:35Z</dcterms:created>
  <dcterms:modified xsi:type="dcterms:W3CDTF">2025-12-25T02:41:49Z</dcterms:modified>
</cp:coreProperties>
</file>