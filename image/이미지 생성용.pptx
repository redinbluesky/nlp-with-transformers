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2" r:id="rId3"/>
    <p:sldId id="271" r:id="rId4"/>
    <p:sldId id="270" r:id="rId5"/>
    <p:sldId id="268" r:id="rId6"/>
    <p:sldId id="269" r:id="rId7"/>
    <p:sldId id="267" r:id="rId8"/>
    <p:sldId id="265" r:id="rId9"/>
    <p:sldId id="266" r:id="rId10"/>
    <p:sldId id="264" r:id="rId11"/>
    <p:sldId id="263" r:id="rId12"/>
    <p:sldId id="261" r:id="rId13"/>
    <p:sldId id="262" r:id="rId14"/>
    <p:sldId id="257" r:id="rId15"/>
    <p:sldId id="258" r:id="rId16"/>
    <p:sldId id="259" r:id="rId17"/>
    <p:sldId id="260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1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0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4605" y="3381287"/>
            <a:ext cx="4629796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571A0A2-6599-418B-8B15-5D27BA2E78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58" y="244282"/>
            <a:ext cx="4601217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956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12D61A5-182F-4B79-95E0-C90DC371C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64" y="178678"/>
            <a:ext cx="3982006" cy="257210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9452652-040F-4746-AC2C-BACFC80F0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083" y="294107"/>
            <a:ext cx="6935168" cy="156231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D2CAF818-0E8E-4C03-A9B4-31DE4BB2C4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918" y="2921815"/>
            <a:ext cx="4582164" cy="3486637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E3A7365-ABF5-4DBB-8599-E23D175324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771" y="2553037"/>
            <a:ext cx="4458322" cy="273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059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806CDF6-C5BE-4C06-8605-F9E0EB513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48" y="342788"/>
            <a:ext cx="5753903" cy="160042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121193D-8D68-4F94-8F36-9A63521F4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37" y="2077352"/>
            <a:ext cx="5830114" cy="2229161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BB917FC-EBD1-4D76-BC6F-035A812459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166" y="399627"/>
            <a:ext cx="5801535" cy="30293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440CFF9-4168-451E-A332-218501110DB1}"/>
                  </a:ext>
                </a:extLst>
              </p:cNvPr>
              <p:cNvSpPr txBox="1"/>
              <p:nvPr/>
            </p:nvSpPr>
            <p:spPr>
              <a:xfrm>
                <a:off x="1049867" y="5317067"/>
                <a:ext cx="3776133" cy="8487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altLang="ko-KR" i="1" smtClean="0">
                          <a:latin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pt-BR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altLang="ko-KR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pt-BR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altLang="ko-K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altLang="ko-KR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altLang="ko-KR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altLang="ko-KR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pt-BR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altLang="ko-KR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pt-BR" altLang="ko-KR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440CFF9-4168-451E-A332-218501110D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867" y="5317067"/>
                <a:ext cx="3776133" cy="84875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4604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69" y="267181"/>
            <a:ext cx="3448531" cy="3038899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559598B3-61CB-4487-AD7E-17C8113D2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6334" y="267181"/>
            <a:ext cx="5534797" cy="371526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4736E57-56FD-4EAE-9E4C-C2ACE7377F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459" y="3551921"/>
            <a:ext cx="6973273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438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02290F7B-2E0E-4105-8B91-BA3EB9A13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68" y="173402"/>
            <a:ext cx="5534797" cy="236253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928C752-B48F-4831-BCA9-E816D9BB2F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982" y="173402"/>
            <a:ext cx="5391902" cy="373432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FF215EE-59DB-46F9-BD12-DA759A22F3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500" y="2607532"/>
            <a:ext cx="5782482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48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967" y="230838"/>
            <a:ext cx="6973273" cy="371526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558" y="3294244"/>
            <a:ext cx="6973273" cy="291505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7916" y="1571366"/>
            <a:ext cx="7116168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913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75" y="246068"/>
            <a:ext cx="7201905" cy="790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73" y="1179285"/>
            <a:ext cx="6744641" cy="480127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1524" y="246068"/>
            <a:ext cx="6077798" cy="218152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417" y="2019103"/>
            <a:ext cx="5849166" cy="2819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3053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62" y="338928"/>
            <a:ext cx="6868484" cy="458216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5079" y="338928"/>
            <a:ext cx="2686425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33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3" y="293630"/>
            <a:ext cx="7001852" cy="369621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022" y="656838"/>
            <a:ext cx="5591955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77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93" y="311328"/>
            <a:ext cx="5944430" cy="252447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27" y="3097193"/>
            <a:ext cx="5849166" cy="2705478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050" y="454222"/>
            <a:ext cx="5839640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4930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317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436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0" y="165653"/>
            <a:ext cx="3663826" cy="212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11531</TotalTime>
  <Words>25</Words>
  <Application>Microsoft Office PowerPoint</Application>
  <PresentationFormat>와이드스크린</PresentationFormat>
  <Paragraphs>3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맑은 고딕</vt:lpstr>
      <vt:lpstr>Arial</vt:lpstr>
      <vt:lpstr>Cambria Math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주영 박</cp:lastModifiedBy>
  <cp:revision>261</cp:revision>
  <dcterms:created xsi:type="dcterms:W3CDTF">2025-09-23T04:54:35Z</dcterms:created>
  <dcterms:modified xsi:type="dcterms:W3CDTF">2026-02-09T01:36:35Z</dcterms:modified>
</cp:coreProperties>
</file>