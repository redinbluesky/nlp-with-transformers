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57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5D5D5"/>
    <a:srgbClr val="5E5E5E"/>
    <a:srgbClr val="EE634C"/>
    <a:srgbClr val="7027C4"/>
    <a:srgbClr val="AC3B86"/>
    <a:srgbClr val="BBE7FF"/>
    <a:srgbClr val="B9E2FB"/>
    <a:srgbClr val="636168"/>
    <a:srgbClr val="B8E3F6"/>
    <a:srgbClr val="B9E1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438" autoAdjust="0"/>
    <p:restoredTop sz="94660"/>
  </p:normalViewPr>
  <p:slideViewPr>
    <p:cSldViewPr snapToGrid="0">
      <p:cViewPr varScale="1">
        <p:scale>
          <a:sx n="90" d="100"/>
          <a:sy n="90" d="100"/>
        </p:scale>
        <p:origin x="84" y="4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5752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3132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40196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68906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764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624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0970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2047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8461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5341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5043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CD9246-440E-46C2-946E-50CD81230ED2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1357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710" y="114146"/>
            <a:ext cx="6125430" cy="221010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8715" y="233058"/>
            <a:ext cx="2663562" cy="261212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98" y="3166945"/>
            <a:ext cx="6658904" cy="1686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922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92" y="278487"/>
            <a:ext cx="4315427" cy="240635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126" y="373818"/>
            <a:ext cx="3326594" cy="2709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0317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547" y="371100"/>
            <a:ext cx="4212543" cy="323514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134" y="4167072"/>
            <a:ext cx="4001059" cy="1000265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5647" y="371100"/>
            <a:ext cx="2389204" cy="238920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3983" y="3002913"/>
            <a:ext cx="4229690" cy="217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5837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80" y="385493"/>
            <a:ext cx="7268589" cy="385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7807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405" y="419195"/>
            <a:ext cx="3086531" cy="1960519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405" y="2630478"/>
            <a:ext cx="7182852" cy="1171739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6895" y="251531"/>
            <a:ext cx="4212543" cy="1377507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405" y="4332329"/>
            <a:ext cx="3801005" cy="186335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1177" y="4220871"/>
            <a:ext cx="4183964" cy="2086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9748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100" y="165653"/>
            <a:ext cx="3663826" cy="2126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4959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8090</TotalTime>
  <Words>0</Words>
  <Application>Microsoft Office PowerPoint</Application>
  <PresentationFormat>와이드스크린</PresentationFormat>
  <Paragraphs>0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박주영</dc:creator>
  <cp:lastModifiedBy>박주영</cp:lastModifiedBy>
  <cp:revision>223</cp:revision>
  <dcterms:created xsi:type="dcterms:W3CDTF">2025-09-23T04:54:35Z</dcterms:created>
  <dcterms:modified xsi:type="dcterms:W3CDTF">2025-12-31T12:04:06Z</dcterms:modified>
</cp:coreProperties>
</file>