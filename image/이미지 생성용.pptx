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2025-12-24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6609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206</cp:revision>
  <dcterms:created xsi:type="dcterms:W3CDTF">2025-09-23T04:54:35Z</dcterms:created>
  <dcterms:modified xsi:type="dcterms:W3CDTF">2025-12-24T05:21:27Z</dcterms:modified>
</cp:coreProperties>
</file>