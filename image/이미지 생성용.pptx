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68" r:id="rId4"/>
    <p:sldId id="269" r:id="rId5"/>
    <p:sldId id="267" r:id="rId6"/>
    <p:sldId id="265" r:id="rId7"/>
    <p:sldId id="266" r:id="rId8"/>
    <p:sldId id="264" r:id="rId9"/>
    <p:sldId id="263" r:id="rId10"/>
    <p:sldId id="261" r:id="rId11"/>
    <p:sldId id="262" r:id="rId12"/>
    <p:sldId id="257" r:id="rId13"/>
    <p:sldId id="258" r:id="rId14"/>
    <p:sldId id="259" r:id="rId15"/>
    <p:sldId id="260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06CDF6-C5BE-4C06-8605-F9E0EB51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48" y="342788"/>
            <a:ext cx="5753903" cy="16004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121193D-8D68-4F94-8F36-9A63521F4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37" y="2077352"/>
            <a:ext cx="5830114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604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59598B3-61CB-4487-AD7E-17C8113D2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334" y="267181"/>
            <a:ext cx="5534797" cy="37152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736E57-56FD-4EAE-9E4C-C2ACE7377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59" y="3551921"/>
            <a:ext cx="6973273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2290F7B-2E0E-4105-8B91-BA3EB9A1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68" y="173402"/>
            <a:ext cx="5534797" cy="23625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928C752-B48F-4831-BCA9-E816D9BB2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982" y="173402"/>
            <a:ext cx="5391902" cy="3734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F215EE-59DB-46F9-BD12-DA759A22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500" y="2607532"/>
            <a:ext cx="578248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8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11156</TotalTime>
  <Words>18</Words>
  <Application>Microsoft Office PowerPoint</Application>
  <PresentationFormat>와이드스크린</PresentationFormat>
  <Paragraphs>2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주영 박</cp:lastModifiedBy>
  <cp:revision>253</cp:revision>
  <dcterms:created xsi:type="dcterms:W3CDTF">2025-09-23T04:54:35Z</dcterms:created>
  <dcterms:modified xsi:type="dcterms:W3CDTF">2026-02-06T07:47:06Z</dcterms:modified>
</cp:coreProperties>
</file>