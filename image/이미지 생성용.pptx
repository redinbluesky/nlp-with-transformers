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3" r:id="rId4"/>
    <p:sldId id="261" r:id="rId5"/>
    <p:sldId id="262" r:id="rId6"/>
    <p:sldId id="257" r:id="rId7"/>
    <p:sldId id="258" r:id="rId8"/>
    <p:sldId id="259" r:id="rId9"/>
    <p:sldId id="260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3" y="293630"/>
            <a:ext cx="7001852" cy="369621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656838"/>
            <a:ext cx="559195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77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8739</TotalTime>
  <Words>2</Words>
  <Application>Microsoft Office PowerPoint</Application>
  <PresentationFormat>와이드스크린</PresentationFormat>
  <Paragraphs>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230</cp:revision>
  <dcterms:created xsi:type="dcterms:W3CDTF">2025-09-23T04:54:35Z</dcterms:created>
  <dcterms:modified xsi:type="dcterms:W3CDTF">2026-01-08T09:34:20Z</dcterms:modified>
</cp:coreProperties>
</file>