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5" r:id="rId4"/>
    <p:sldId id="266" r:id="rId5"/>
    <p:sldId id="264" r:id="rId6"/>
    <p:sldId id="263" r:id="rId7"/>
    <p:sldId id="261" r:id="rId8"/>
    <p:sldId id="262" r:id="rId9"/>
    <p:sldId id="257" r:id="rId10"/>
    <p:sldId id="258" r:id="rId11"/>
    <p:sldId id="259" r:id="rId12"/>
    <p:sldId id="260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250" d="100"/>
          <a:sy n="250" d="100"/>
        </p:scale>
        <p:origin x="2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524" y="246068"/>
            <a:ext cx="6077798" cy="218152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417" y="2019103"/>
            <a:ext cx="5849166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050" y="454222"/>
            <a:ext cx="5839640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10618</TotalTime>
  <Words>2</Words>
  <Application>Microsoft Office PowerPoint</Application>
  <PresentationFormat>와이드스크린</PresentationFormat>
  <Paragraphs>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242</cp:revision>
  <dcterms:created xsi:type="dcterms:W3CDTF">2025-09-23T04:54:35Z</dcterms:created>
  <dcterms:modified xsi:type="dcterms:W3CDTF">2026-01-16T13:39:09Z</dcterms:modified>
</cp:coreProperties>
</file>