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1" r:id="rId4"/>
    <p:sldId id="270" r:id="rId5"/>
    <p:sldId id="268" r:id="rId6"/>
    <p:sldId id="269" r:id="rId7"/>
    <p:sldId id="267" r:id="rId8"/>
    <p:sldId id="265" r:id="rId9"/>
    <p:sldId id="266" r:id="rId10"/>
    <p:sldId id="264" r:id="rId11"/>
    <p:sldId id="263" r:id="rId12"/>
    <p:sldId id="261" r:id="rId13"/>
    <p:sldId id="262" r:id="rId14"/>
    <p:sldId id="257" r:id="rId15"/>
    <p:sldId id="258" r:id="rId16"/>
    <p:sldId id="259" r:id="rId17"/>
    <p:sldId id="260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5D5D5"/>
    <a:srgbClr val="5E5E5E"/>
    <a:srgbClr val="EE634C"/>
    <a:srgbClr val="7027C4"/>
    <a:srgbClr val="AC3B86"/>
    <a:srgbClr val="BBE7FF"/>
    <a:srgbClr val="B9E2FB"/>
    <a:srgbClr val="636168"/>
    <a:srgbClr val="B8E3F6"/>
    <a:srgbClr val="B9E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38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57528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1323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40196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6890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64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62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3097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204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461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341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04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D9246-440E-46C2-946E-50CD81230ED2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C40A7C-0753-445A-A5F6-9E5B8032E93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357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10" y="114146"/>
            <a:ext cx="6125430" cy="221010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8715" y="233058"/>
            <a:ext cx="2663562" cy="261212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198" y="3166945"/>
            <a:ext cx="6658904" cy="168616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605" y="3381287"/>
            <a:ext cx="4629796" cy="294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922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571A0A2-6599-418B-8B15-5D27BA2E7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58" y="244282"/>
            <a:ext cx="4601217" cy="276263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7BC051A-035C-4BC4-811A-795126FCC0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9797" y="160526"/>
            <a:ext cx="5706271" cy="48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95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2D61A5-182F-4B79-95E0-C90DC371C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64" y="178678"/>
            <a:ext cx="3982006" cy="257210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D9452652-040F-4746-AC2C-BACFC80F0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1083" y="294107"/>
            <a:ext cx="6935168" cy="156231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2CAF818-0E8E-4C03-A9B4-31DE4BB2C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918" y="2921815"/>
            <a:ext cx="4582164" cy="348663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8E3A7365-ABF5-4DBB-8599-E23D175324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9771" y="2553037"/>
            <a:ext cx="4458322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059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806CDF6-C5BE-4C06-8605-F9E0EB513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48" y="342788"/>
            <a:ext cx="5753903" cy="160042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121193D-8D68-4F94-8F36-9A63521F49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437" y="2077352"/>
            <a:ext cx="5830114" cy="2229161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BB917FC-EBD1-4D76-BC6F-035A812459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166" y="399627"/>
            <a:ext cx="5801535" cy="30293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40CFF9-4168-451E-A332-218501110DB1}"/>
                  </a:ext>
                </a:extLst>
              </p:cNvPr>
              <p:cNvSpPr txBox="1"/>
              <p:nvPr/>
            </p:nvSpPr>
            <p:spPr>
              <a:xfrm>
                <a:off x="1049867" y="5317067"/>
                <a:ext cx="3776133" cy="848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altLang="ko-KR" i="1" smtClean="0">
                          <a:latin typeface="Cambria Math" panose="02040503050406030204" pitchFamily="18" charset="0"/>
                        </a:rPr>
                        <m:t>𝜋</m:t>
                      </m:r>
                      <m:sSup>
                        <m:sSupPr>
                          <m:ctrlPr>
                            <a:rPr lang="en-US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p>
                          <m:r>
                            <a:rPr lang="en-US" altLang="ko-KR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pt-BR" altLang="ko-KR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pt-BR" altLang="ko-K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altLang="ko-KR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d>
                            <m:d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noBar"/>
                                  <m:ctrlP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num>
                                <m:den>
                                  <m:r>
                                    <a:rPr lang="pt-BR" altLang="ko-KR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den>
                              </m:f>
                            </m:e>
                          </m:d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  <m:sSup>
                            <m:sSupPr>
                              <m:ctrlP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pt-BR" altLang="ko-KR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40CFF9-4168-451E-A332-218501110D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867" y="5317067"/>
                <a:ext cx="3776133" cy="84875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4604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969" y="267181"/>
            <a:ext cx="3448531" cy="3038899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59598B3-61CB-4487-AD7E-17C8113D27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334" y="267181"/>
            <a:ext cx="5534797" cy="371526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4736E57-56FD-4EAE-9E4C-C2ACE7377F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459" y="3551921"/>
            <a:ext cx="6973273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438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2290F7B-2E0E-4105-8B91-BA3EB9A134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68" y="173402"/>
            <a:ext cx="5534797" cy="23625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928C752-B48F-4831-BCA9-E816D9BB2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982" y="173402"/>
            <a:ext cx="5391902" cy="373432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FF215EE-59DB-46F9-BD12-DA759A22F3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00" y="2607532"/>
            <a:ext cx="5782482" cy="289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48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67" y="230838"/>
            <a:ext cx="6973273" cy="371526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558" y="3294244"/>
            <a:ext cx="6973273" cy="291505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916" y="1571366"/>
            <a:ext cx="7116168" cy="371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91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975" y="246068"/>
            <a:ext cx="7201905" cy="79068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73" y="1179285"/>
            <a:ext cx="6744641" cy="480127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1524" y="246068"/>
            <a:ext cx="6077798" cy="2181529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1417" y="2019103"/>
            <a:ext cx="5849166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305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362" y="338928"/>
            <a:ext cx="6868484" cy="4582164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079" y="338928"/>
            <a:ext cx="2686425" cy="1724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335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13" y="293630"/>
            <a:ext cx="7001852" cy="369621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022" y="656838"/>
            <a:ext cx="5591955" cy="5544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977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93" y="311328"/>
            <a:ext cx="5944430" cy="252447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627" y="3097193"/>
            <a:ext cx="5849166" cy="2705478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050" y="454222"/>
            <a:ext cx="5839640" cy="223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493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92" y="278487"/>
            <a:ext cx="4315427" cy="240635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126" y="373818"/>
            <a:ext cx="3326594" cy="2709288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4167427" y="3244334"/>
            <a:ext cx="3857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03_04_bertviz_neuron_view.png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rcRect t="14277"/>
          <a:stretch/>
        </p:blipFill>
        <p:spPr>
          <a:xfrm>
            <a:off x="1185915" y="3879541"/>
            <a:ext cx="7192379" cy="232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31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392" y="278487"/>
            <a:ext cx="4315427" cy="240635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2126" y="373818"/>
            <a:ext cx="3326594" cy="2709288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4167427" y="3244334"/>
            <a:ext cx="38571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CCCCCC"/>
                </a:solidFill>
                <a:latin typeface="Consolas" panose="020B0609020204030204" pitchFamily="49" charset="0"/>
              </a:rPr>
              <a:t>03_04_bertviz_neuron_view.png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rcRect t="14277"/>
          <a:stretch/>
        </p:blipFill>
        <p:spPr>
          <a:xfrm>
            <a:off x="1185915" y="3879541"/>
            <a:ext cx="7192379" cy="2327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0436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547" y="371100"/>
            <a:ext cx="4212543" cy="323514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134" y="4167072"/>
            <a:ext cx="4001059" cy="100026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5647" y="371100"/>
            <a:ext cx="2389204" cy="2389204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3983" y="3002913"/>
            <a:ext cx="4229690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837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80" y="385493"/>
            <a:ext cx="7268589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7807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05" y="419195"/>
            <a:ext cx="3086531" cy="196051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405" y="2630478"/>
            <a:ext cx="7182852" cy="1171739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6895" y="251531"/>
            <a:ext cx="4212543" cy="137750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405" y="4332329"/>
            <a:ext cx="3801005" cy="186335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61177" y="4220871"/>
            <a:ext cx="4183964" cy="208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9748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00" y="165653"/>
            <a:ext cx="3663826" cy="2126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4959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12097</TotalTime>
  <Words>25</Words>
  <Application>Microsoft Office PowerPoint</Application>
  <PresentationFormat>와이드스크린</PresentationFormat>
  <Paragraphs>3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2" baseType="lpstr">
      <vt:lpstr>맑은 고딕</vt:lpstr>
      <vt:lpstr>Arial</vt:lpstr>
      <vt:lpstr>Cambria Math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박주영</dc:creator>
  <cp:lastModifiedBy>주영 박</cp:lastModifiedBy>
  <cp:revision>263</cp:revision>
  <dcterms:created xsi:type="dcterms:W3CDTF">2025-09-23T04:54:35Z</dcterms:created>
  <dcterms:modified xsi:type="dcterms:W3CDTF">2026-02-09T11:02:16Z</dcterms:modified>
</cp:coreProperties>
</file>