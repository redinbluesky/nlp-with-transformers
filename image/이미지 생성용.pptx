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 varScale="1">
        <p:scale>
          <a:sx n="90" d="100"/>
          <a:sy n="90" d="100"/>
        </p:scale>
        <p:origin x="84" y="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5" y="419195"/>
            <a:ext cx="3086531" cy="196051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05" y="2630478"/>
            <a:ext cx="7182852" cy="117173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895" y="251531"/>
            <a:ext cx="4212543" cy="1377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05" y="4332329"/>
            <a:ext cx="3801005" cy="186335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1177" y="4220871"/>
            <a:ext cx="4183964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748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00" y="165653"/>
            <a:ext cx="3663826" cy="212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7864</TotalTime>
  <Words>0</Words>
  <Application>Microsoft Office PowerPoint</Application>
  <PresentationFormat>와이드스크린</PresentationFormat>
  <Paragraphs>0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220</cp:revision>
  <dcterms:created xsi:type="dcterms:W3CDTF">2025-09-23T04:54:35Z</dcterms:created>
  <dcterms:modified xsi:type="dcterms:W3CDTF">2025-12-28T00:43:31Z</dcterms:modified>
</cp:coreProperties>
</file>