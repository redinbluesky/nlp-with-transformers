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1" r:id="rId4"/>
    <p:sldId id="262" r:id="rId5"/>
    <p:sldId id="257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8098</TotalTime>
  <Words>2</Words>
  <Application>Microsoft Office PowerPoint</Application>
  <PresentationFormat>와이드스크린</PresentationFormat>
  <Paragraphs>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225</cp:revision>
  <dcterms:created xsi:type="dcterms:W3CDTF">2025-09-23T04:54:35Z</dcterms:created>
  <dcterms:modified xsi:type="dcterms:W3CDTF">2026-01-05T08:34:30Z</dcterms:modified>
</cp:coreProperties>
</file>