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1" r:id="rId3"/>
    <p:sldId id="270" r:id="rId4"/>
    <p:sldId id="268" r:id="rId5"/>
    <p:sldId id="269" r:id="rId6"/>
    <p:sldId id="267" r:id="rId7"/>
    <p:sldId id="265" r:id="rId8"/>
    <p:sldId id="266" r:id="rId9"/>
    <p:sldId id="264" r:id="rId10"/>
    <p:sldId id="263" r:id="rId11"/>
    <p:sldId id="261" r:id="rId12"/>
    <p:sldId id="262" r:id="rId13"/>
    <p:sldId id="257" r:id="rId14"/>
    <p:sldId id="258" r:id="rId15"/>
    <p:sldId id="259" r:id="rId16"/>
    <p:sldId id="260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5D5D5"/>
    <a:srgbClr val="5E5E5E"/>
    <a:srgbClr val="EE634C"/>
    <a:srgbClr val="7027C4"/>
    <a:srgbClr val="AC3B86"/>
    <a:srgbClr val="BBE7FF"/>
    <a:srgbClr val="B9E2FB"/>
    <a:srgbClr val="636168"/>
    <a:srgbClr val="B8E3F6"/>
    <a:srgbClr val="B9E1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438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3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5752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31323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40196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8906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764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62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097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2047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8461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5341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D9246-440E-46C2-946E-50CD81230ED2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50439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CD9246-440E-46C2-946E-50CD81230ED2}" type="datetimeFigureOut">
              <a:rPr lang="ko-KR" altLang="en-US" smtClean="0"/>
              <a:t>2026-02-08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C40A7C-0753-445A-A5F6-9E5B8032E93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1357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0" y="114146"/>
            <a:ext cx="6125430" cy="221010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8715" y="233058"/>
            <a:ext cx="2663562" cy="261212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98" y="3166945"/>
            <a:ext cx="6658904" cy="1686160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4605" y="3381287"/>
            <a:ext cx="4629796" cy="2943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922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812D61A5-182F-4B79-95E0-C90DC371C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064" y="178678"/>
            <a:ext cx="3982006" cy="2572109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9452652-040F-4746-AC2C-BACFC80F0D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083" y="294107"/>
            <a:ext cx="6935168" cy="1562318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D2CAF818-0E8E-4C03-A9B4-31DE4BB2C4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918" y="2921815"/>
            <a:ext cx="4582164" cy="3486637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8E3A7365-ABF5-4DBB-8599-E23D175324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9771" y="2553037"/>
            <a:ext cx="4458322" cy="2734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30592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4806CDF6-C5BE-4C06-8605-F9E0EB5138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648" y="342788"/>
            <a:ext cx="5753903" cy="160042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4121193D-8D68-4F94-8F36-9A63521F49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437" y="2077352"/>
            <a:ext cx="5830114" cy="2229161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FBB917FC-EBD1-4D76-BC6F-035A812459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9166" y="399627"/>
            <a:ext cx="5801535" cy="302937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440CFF9-4168-451E-A332-218501110DB1}"/>
                  </a:ext>
                </a:extLst>
              </p:cNvPr>
              <p:cNvSpPr txBox="1"/>
              <p:nvPr/>
            </p:nvSpPr>
            <p:spPr>
              <a:xfrm>
                <a:off x="1049867" y="5317067"/>
                <a:ext cx="3776133" cy="84875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l-GR" altLang="ko-KR" i="1" smtClean="0">
                          <a:latin typeface="Cambria Math" panose="02040503050406030204" pitchFamily="18" charset="0"/>
                        </a:rPr>
                        <m:t>𝜋</m:t>
                      </m:r>
                      <m:sSup>
                        <m:sSupPr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altLang="ko-KR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p>
                        <m:sSupPr>
                          <m:ctrlPr>
                            <a:rPr lang="pt-BR" altLang="ko-K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altLang="ko-KR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pt-BR" altLang="ko-KR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pt-BR" altLang="ko-KR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  <m:sup>
                          <m:r>
                            <a:rPr lang="pt-BR" altLang="ko-KR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pt-BR" altLang="ko-KR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altLang="ko-K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altLang="ko-KR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altLang="ko-KR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altLang="ko-KR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pt-BR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type m:val="noBar"/>
                                  <m:ctrlPr>
                                    <a:rPr lang="pt-BR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altLang="ko-KR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pt-BR" altLang="ko-KR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pt-BR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altLang="ko-KR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altLang="ko-KR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  <m:sSup>
                            <m:sSupPr>
                              <m:ctrlPr>
                                <a:rPr lang="pt-BR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altLang="ko-KR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pt-BR" altLang="ko-KR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altLang="ko-KR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altLang="ko-KR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440CFF9-4168-451E-A332-218501110D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9867" y="5317067"/>
                <a:ext cx="3776133" cy="84875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46043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969" y="267181"/>
            <a:ext cx="3448531" cy="3038899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559598B3-61CB-4487-AD7E-17C8113D27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6334" y="267181"/>
            <a:ext cx="5534797" cy="371526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4736E57-56FD-4EAE-9E4C-C2ACE7377F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459" y="3551921"/>
            <a:ext cx="6973273" cy="2905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14389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02290F7B-2E0E-4105-8B91-BA3EB9A134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68" y="173402"/>
            <a:ext cx="5534797" cy="236253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4928C752-B48F-4831-BCA9-E816D9BB2F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7982" y="173402"/>
            <a:ext cx="5391902" cy="3734321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FF215EE-59DB-46F9-BD12-DA759A22F3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500" y="2607532"/>
            <a:ext cx="5782482" cy="2896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10487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967" y="230838"/>
            <a:ext cx="6973273" cy="371526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558" y="3294244"/>
            <a:ext cx="6973273" cy="2915057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7916" y="1571366"/>
            <a:ext cx="7116168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9136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75" y="246068"/>
            <a:ext cx="7201905" cy="79068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73" y="1179285"/>
            <a:ext cx="6744641" cy="4801270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1524" y="246068"/>
            <a:ext cx="6077798" cy="2181529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1417" y="2019103"/>
            <a:ext cx="5849166" cy="2819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3053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362" y="338928"/>
            <a:ext cx="6868484" cy="458216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5079" y="338928"/>
            <a:ext cx="2686425" cy="1724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33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13" y="293630"/>
            <a:ext cx="7001852" cy="369621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0022" y="656838"/>
            <a:ext cx="5591955" cy="5544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9772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793" y="311328"/>
            <a:ext cx="5944430" cy="252447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627" y="3097193"/>
            <a:ext cx="5849166" cy="2705478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5050" y="454222"/>
            <a:ext cx="5839640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4930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92" y="278487"/>
            <a:ext cx="4315427" cy="240635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126" y="373818"/>
            <a:ext cx="3326594" cy="2709288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4167427" y="3244334"/>
            <a:ext cx="3857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03_04_bertviz_neuron_view.png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4"/>
          <a:srcRect t="14277"/>
          <a:stretch/>
        </p:blipFill>
        <p:spPr>
          <a:xfrm>
            <a:off x="1185915" y="3879541"/>
            <a:ext cx="7192379" cy="232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40317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92" y="278487"/>
            <a:ext cx="4315427" cy="240635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126" y="373818"/>
            <a:ext cx="3326594" cy="2709288"/>
          </a:xfrm>
          <a:prstGeom prst="rect">
            <a:avLst/>
          </a:prstGeom>
        </p:spPr>
      </p:pic>
      <p:sp>
        <p:nvSpPr>
          <p:cNvPr id="2" name="직사각형 1"/>
          <p:cNvSpPr/>
          <p:nvPr/>
        </p:nvSpPr>
        <p:spPr>
          <a:xfrm>
            <a:off x="4167427" y="3244334"/>
            <a:ext cx="38571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CCCCCC"/>
                </a:solidFill>
                <a:latin typeface="Consolas" panose="020B0609020204030204" pitchFamily="49" charset="0"/>
              </a:rPr>
              <a:t>03_04_bertviz_neuron_view.png</a:t>
            </a:r>
            <a:endParaRPr lang="en-US" altLang="ko-K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4"/>
          <a:srcRect t="14277"/>
          <a:stretch/>
        </p:blipFill>
        <p:spPr>
          <a:xfrm>
            <a:off x="1185915" y="3879541"/>
            <a:ext cx="7192379" cy="232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0436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547" y="371100"/>
            <a:ext cx="4212543" cy="323514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134" y="4167072"/>
            <a:ext cx="4001059" cy="1000265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5647" y="371100"/>
            <a:ext cx="2389204" cy="238920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3983" y="3002913"/>
            <a:ext cx="4229690" cy="217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5837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80" y="385493"/>
            <a:ext cx="7268589" cy="385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7807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405" y="419195"/>
            <a:ext cx="3086531" cy="1960519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05" y="2630478"/>
            <a:ext cx="7182852" cy="1171739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6895" y="251531"/>
            <a:ext cx="4212543" cy="137750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405" y="4332329"/>
            <a:ext cx="3801005" cy="186335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1177" y="4220871"/>
            <a:ext cx="4183964" cy="208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9748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00" y="165653"/>
            <a:ext cx="3663826" cy="2126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4959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11531</TotalTime>
  <Words>25</Words>
  <Application>Microsoft Office PowerPoint</Application>
  <PresentationFormat>와이드스크린</PresentationFormat>
  <Paragraphs>3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1" baseType="lpstr">
      <vt:lpstr>맑은 고딕</vt:lpstr>
      <vt:lpstr>Arial</vt:lpstr>
      <vt:lpstr>Cambria Math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박주영</dc:creator>
  <cp:lastModifiedBy>주영 박</cp:lastModifiedBy>
  <cp:revision>260</cp:revision>
  <dcterms:created xsi:type="dcterms:W3CDTF">2025-09-23T04:54:35Z</dcterms:created>
  <dcterms:modified xsi:type="dcterms:W3CDTF">2026-02-08T04:54:06Z</dcterms:modified>
</cp:coreProperties>
</file>