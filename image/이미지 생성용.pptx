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7" r:id="rId3"/>
    <p:sldId id="265" r:id="rId4"/>
    <p:sldId id="266" r:id="rId5"/>
    <p:sldId id="264" r:id="rId6"/>
    <p:sldId id="263" r:id="rId7"/>
    <p:sldId id="261" r:id="rId8"/>
    <p:sldId id="262" r:id="rId9"/>
    <p:sldId id="257" r:id="rId10"/>
    <p:sldId id="258" r:id="rId11"/>
    <p:sldId id="259" r:id="rId12"/>
    <p:sldId id="260" r:id="rId1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5D5D5"/>
    <a:srgbClr val="5E5E5E"/>
    <a:srgbClr val="EE634C"/>
    <a:srgbClr val="7027C4"/>
    <a:srgbClr val="AC3B86"/>
    <a:srgbClr val="BBE7FF"/>
    <a:srgbClr val="B9E2FB"/>
    <a:srgbClr val="636168"/>
    <a:srgbClr val="B8E3F6"/>
    <a:srgbClr val="B9E1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438" autoAdjust="0"/>
    <p:restoredTop sz="94660"/>
  </p:normalViewPr>
  <p:slideViewPr>
    <p:cSldViewPr snapToGrid="0">
      <p:cViewPr varScale="1">
        <p:scale>
          <a:sx n="250" d="100"/>
          <a:sy n="250" d="100"/>
        </p:scale>
        <p:origin x="21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57528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31323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40196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68906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76460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46240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30970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20472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84617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53412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50439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CD9246-440E-46C2-946E-50CD81230ED2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13571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710" y="114146"/>
            <a:ext cx="6125430" cy="2210108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8715" y="233058"/>
            <a:ext cx="2663562" cy="261212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198" y="3166945"/>
            <a:ext cx="6658904" cy="1686160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4605" y="3381287"/>
            <a:ext cx="4629796" cy="2943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3922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967" y="230838"/>
            <a:ext cx="6973273" cy="3715268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558" y="3294244"/>
            <a:ext cx="6973273" cy="2915057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7916" y="1571366"/>
            <a:ext cx="7116168" cy="3715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59136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975" y="246068"/>
            <a:ext cx="7201905" cy="790685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773" y="1179285"/>
            <a:ext cx="6744641" cy="4801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3053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362" y="338928"/>
            <a:ext cx="6868484" cy="4582164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5079" y="338928"/>
            <a:ext cx="2686425" cy="1724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4335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13" y="293630"/>
            <a:ext cx="7001852" cy="3696216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0022" y="656838"/>
            <a:ext cx="5591955" cy="5544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69772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793" y="311328"/>
            <a:ext cx="5944430" cy="2524477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627" y="3097193"/>
            <a:ext cx="5849166" cy="2705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74930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392" y="278487"/>
            <a:ext cx="4315427" cy="240635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2126" y="373818"/>
            <a:ext cx="3326594" cy="2709288"/>
          </a:xfrm>
          <a:prstGeom prst="rect">
            <a:avLst/>
          </a:prstGeom>
        </p:spPr>
      </p:pic>
      <p:sp>
        <p:nvSpPr>
          <p:cNvPr id="2" name="직사각형 1"/>
          <p:cNvSpPr/>
          <p:nvPr/>
        </p:nvSpPr>
        <p:spPr>
          <a:xfrm>
            <a:off x="4167427" y="3244334"/>
            <a:ext cx="3857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03_04_bertviz_neuron_view.png</a:t>
            </a:r>
            <a:endParaRPr lang="en-US" altLang="ko-K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4"/>
          <a:srcRect t="14277"/>
          <a:stretch/>
        </p:blipFill>
        <p:spPr>
          <a:xfrm>
            <a:off x="1185915" y="3879541"/>
            <a:ext cx="7192379" cy="2327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0317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392" y="278487"/>
            <a:ext cx="4315427" cy="240635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2126" y="373818"/>
            <a:ext cx="3326594" cy="2709288"/>
          </a:xfrm>
          <a:prstGeom prst="rect">
            <a:avLst/>
          </a:prstGeom>
        </p:spPr>
      </p:pic>
      <p:sp>
        <p:nvSpPr>
          <p:cNvPr id="2" name="직사각형 1"/>
          <p:cNvSpPr/>
          <p:nvPr/>
        </p:nvSpPr>
        <p:spPr>
          <a:xfrm>
            <a:off x="4167427" y="3244334"/>
            <a:ext cx="3857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03_04_bertviz_neuron_view.png</a:t>
            </a:r>
            <a:endParaRPr lang="en-US" altLang="ko-K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4"/>
          <a:srcRect t="14277"/>
          <a:stretch/>
        </p:blipFill>
        <p:spPr>
          <a:xfrm>
            <a:off x="1185915" y="3879541"/>
            <a:ext cx="7192379" cy="2327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50436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547" y="371100"/>
            <a:ext cx="4212543" cy="323514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134" y="4167072"/>
            <a:ext cx="4001059" cy="1000265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5647" y="371100"/>
            <a:ext cx="2389204" cy="2389204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23983" y="3002913"/>
            <a:ext cx="4229690" cy="2172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85837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80" y="385493"/>
            <a:ext cx="7268589" cy="3858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87807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405" y="419195"/>
            <a:ext cx="3086531" cy="1960519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405" y="2630478"/>
            <a:ext cx="7182852" cy="1171739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6895" y="251531"/>
            <a:ext cx="4212543" cy="1377507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405" y="4332329"/>
            <a:ext cx="3801005" cy="186335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1177" y="4220871"/>
            <a:ext cx="4183964" cy="2086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29748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100" y="165653"/>
            <a:ext cx="3663826" cy="2126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4959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10138</TotalTime>
  <Words>2</Words>
  <Application>Microsoft Office PowerPoint</Application>
  <PresentationFormat>와이드스크린</PresentationFormat>
  <Paragraphs>2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6" baseType="lpstr">
      <vt:lpstr>맑은 고딕</vt:lpstr>
      <vt:lpstr>Arial</vt:lpstr>
      <vt:lpstr>Consolas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박주영</dc:creator>
  <cp:lastModifiedBy>박주영</cp:lastModifiedBy>
  <cp:revision>239</cp:revision>
  <dcterms:created xsi:type="dcterms:W3CDTF">2025-09-23T04:54:35Z</dcterms:created>
  <dcterms:modified xsi:type="dcterms:W3CDTF">2026-01-15T11:44:30Z</dcterms:modified>
</cp:coreProperties>
</file>